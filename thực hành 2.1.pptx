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 varScale="1">
        <p:scale>
          <a:sx n="91" d="100"/>
          <a:sy n="91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45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2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73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06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22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5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2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71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5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3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1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BC267-C397-4E8B-B7B1-9F8CF0286B7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5E324-A359-464A-B6C9-C5703F6A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5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0639-023-12232-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04" y="0"/>
            <a:ext cx="10058400" cy="29652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4704" y="3059861"/>
            <a:ext cx="84818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mtClean="0">
                <a:latin typeface="+mj-lt"/>
              </a:rPr>
              <a:t>Thông tin tài liệu nghiên cứu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mtClean="0">
                <a:latin typeface="+mj-lt"/>
              </a:rPr>
              <a:t>Tiêu đề: 21st century digital skills of higher education students during Covid-19—is it possible to enhance digital skills of higher education students through E-Learning?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mtClean="0">
                <a:latin typeface="+mj-lt"/>
              </a:rPr>
              <a:t>Tác giả: Mjellma Carabregu-Vokshi, Gokcen Ogruk-Maz, Sinan Yildirim, But Dedaj và Adelina Zeqiri.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mtClean="0">
                <a:latin typeface="+mj-lt"/>
              </a:rPr>
              <a:t>Năm xuất bản: 2024 (xuất bản trực tuyến ngày 03/11/2023).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mtClean="0">
                <a:latin typeface="+mj-lt"/>
              </a:rPr>
              <a:t>Nguồn: Tạp chí Education and Information Technologies, tập 29, số 1, tr. 103–137, nhà xuất bản Springer.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mtClean="0">
                <a:latin typeface="+mj-lt"/>
              </a:rPr>
              <a:t>Đường dẫn: </a:t>
            </a:r>
            <a:r>
              <a:rPr lang="vi-VN" smtClean="0">
                <a:latin typeface="+mj-lt"/>
                <a:hlinkClick r:id="rId3"/>
              </a:rPr>
              <a:t>https://doi.org/10.1007/s10639-023-12232-3</a:t>
            </a:r>
            <a:endParaRPr lang="vi-VN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4207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2026-10-09T00:24:21Z</dcterms:created>
  <dcterms:modified xsi:type="dcterms:W3CDTF">2026-10-09T00:24:48Z</dcterms:modified>
</cp:coreProperties>
</file>